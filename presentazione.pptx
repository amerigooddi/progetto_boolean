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77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5728FE4-00A5-42FE-6939-56E02410202C}"/>
              </a:ext>
            </a:extLst>
          </p:cNvPr>
          <p:cNvSpPr txBox="1"/>
          <p:nvPr/>
        </p:nvSpPr>
        <p:spPr>
          <a:xfrm>
            <a:off x="5042263" y="4807132"/>
            <a:ext cx="23905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Amerigo Oddi</a:t>
            </a:r>
          </a:p>
          <a:p>
            <a:pPr algn="ctr"/>
            <a:r>
              <a:rPr lang="it-IT" dirty="0"/>
              <a:t>Matteo Palazzo</a:t>
            </a:r>
          </a:p>
          <a:p>
            <a:pPr algn="ctr"/>
            <a:r>
              <a:rPr lang="it-IT" dirty="0"/>
              <a:t>Riccardo Pompili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D4D4B71A-524D-411B-CFF6-19CD3E98C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A2AECEB-2DCE-ED26-FC34-804A464B2FE4}"/>
              </a:ext>
            </a:extLst>
          </p:cNvPr>
          <p:cNvSpPr/>
          <p:nvPr/>
        </p:nvSpPr>
        <p:spPr>
          <a:xfrm>
            <a:off x="2497258" y="785852"/>
            <a:ext cx="719748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Master in Data Analytics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DE347295-CE7D-179E-8AE0-6EF45479E907}"/>
              </a:ext>
            </a:extLst>
          </p:cNvPr>
          <p:cNvSpPr/>
          <p:nvPr/>
        </p:nvSpPr>
        <p:spPr>
          <a:xfrm>
            <a:off x="3573065" y="1709182"/>
            <a:ext cx="50458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Capstone</a:t>
            </a:r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Project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C53AC60A-1A10-A3F9-D227-0F08E55E64F4}"/>
              </a:ext>
            </a:extLst>
          </p:cNvPr>
          <p:cNvSpPr/>
          <p:nvPr/>
        </p:nvSpPr>
        <p:spPr>
          <a:xfrm>
            <a:off x="1169883" y="3094177"/>
            <a:ext cx="985224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Case study: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the_look_ecommerce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5504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274859-AFE2-52C2-3D3C-0F5833714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C66F9D90-E1FA-4B34-84DE-BC36274A5F9E}"/>
              </a:ext>
            </a:extLst>
          </p:cNvPr>
          <p:cNvSpPr/>
          <p:nvPr/>
        </p:nvSpPr>
        <p:spPr>
          <a:xfrm>
            <a:off x="4157171" y="546920"/>
            <a:ext cx="387766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Data schema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15191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C8E27-B187-0775-B298-9927F6472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FC5E9FF9-5CE0-3483-4034-EC9740598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178546E3-1079-AA1E-DF91-0F1BE9908378}"/>
              </a:ext>
            </a:extLst>
          </p:cNvPr>
          <p:cNvSpPr/>
          <p:nvPr/>
        </p:nvSpPr>
        <p:spPr>
          <a:xfrm>
            <a:off x="4121905" y="546920"/>
            <a:ext cx="394819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SQL /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python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45230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377C6-6A39-6C7E-72C5-E3C60BA2E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0300C6F-B8B3-20E5-EBF9-F4C7E6C12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DC3ED4C8-4015-4EF6-6954-6D4DAED1FE88}"/>
              </a:ext>
            </a:extLst>
          </p:cNvPr>
          <p:cNvSpPr/>
          <p:nvPr/>
        </p:nvSpPr>
        <p:spPr>
          <a:xfrm>
            <a:off x="3420179" y="546920"/>
            <a:ext cx="53516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Data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Visualization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7736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34841-F990-EF1F-2510-8FCB29A0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067C0D47-A15E-14DB-7056-FAF4D02CF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3936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e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TM03457464[[fn=Dividendi]]</Template>
  <TotalTime>72</TotalTime>
  <Words>27</Words>
  <Application>Microsoft Office PowerPoint</Application>
  <PresentationFormat>Widescreen</PresentationFormat>
  <Paragraphs>9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Celestiale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Amerigo Oddi</dc:creator>
  <cp:lastModifiedBy>Amerigo Oddi</cp:lastModifiedBy>
  <cp:revision>4</cp:revision>
  <dcterms:created xsi:type="dcterms:W3CDTF">2026-02-15T15:15:31Z</dcterms:created>
  <dcterms:modified xsi:type="dcterms:W3CDTF">2026-02-18T21:30:05Z</dcterms:modified>
</cp:coreProperties>
</file>